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trFIphlBB0m5o4aRTsZshi+8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